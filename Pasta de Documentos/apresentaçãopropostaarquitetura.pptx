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101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DCCB00-797D-2CE3-91D3-DC303F21CC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3A5D136-0F5A-E5B7-5B92-C1DF71DBBE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A365F2-02B8-39D5-671C-5A91F1ACA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C2C46-9366-435C-ACD6-ADF7D7298983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6EAAD6-5831-DF58-7A12-9ECDC20BE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FE7E0A-566D-9C8E-D45D-C80FCCFC9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2B58-A754-4300-BA0C-2E531F51B6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571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4769F9-F5E3-8F41-C73F-7E0356057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9B580A-6470-BE51-5E8E-3C333F1F3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492356-1CDF-865C-34D4-A7DE3DFB9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C2C46-9366-435C-ACD6-ADF7D7298983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A60BB7-558D-CE99-8CAD-6046096B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903A33-3514-4A22-23CF-BFDD46BE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2B58-A754-4300-BA0C-2E531F51B6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968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9EB22F-4BFB-8423-619B-84E058CF2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C5E409D-0785-B5FA-2ACE-8E785D8CD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1EE638-26E5-DDE6-0496-632B7D75D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C2C46-9366-435C-ACD6-ADF7D7298983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4B7640-3F2B-FF48-F7ED-F6716D2A8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B0125E-29C1-AACE-D805-48CD4D639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2B58-A754-4300-BA0C-2E531F51B6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214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AB176F-BFEE-BE0D-40F1-7D69DB3AF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1D1902-605B-C5A7-3FE7-5B5D5CE14A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E771F3E-0180-A4F3-C0D2-D9EDCAAFC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6211905-1BAC-CCD7-14C5-54CF37902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C2C46-9366-435C-ACD6-ADF7D7298983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4C9C90-E73D-0A8D-1591-4082DAC02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3A6F390-D9FA-5691-08EB-A7211B0A8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2B58-A754-4300-BA0C-2E531F51B6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6764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E35E84-3125-C83B-B969-E14E1ED99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3918388-FC7B-8921-C8BA-7C6963D32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AEB729B-6CC9-1F46-1429-6FB13EA32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CD2B408-CBB6-F0D5-78BD-789960BA79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EACCBF8-F688-ED9D-C1AF-9FE819289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DB7F780-0C22-0BFD-4EC2-C1BE024D3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C2C46-9366-435C-ACD6-ADF7D7298983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E4EDE2D-7F2D-F3D9-0E24-FF8187317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3F5287-7DB1-C764-0E99-0DFA5B6CE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2B58-A754-4300-BA0C-2E531F51B6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3071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C9DACC-FD18-2AB5-25B9-5FA0FE79C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D373D67-9894-804C-E555-A88873357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C2C46-9366-435C-ACD6-ADF7D7298983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D55E2BE-0490-250C-939B-DE50F8D21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884DE1-2995-E152-EA64-E4F2D525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2B58-A754-4300-BA0C-2E531F51B6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7997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7C3E85A-4C18-0F25-7BB7-EB2E48A27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C2C46-9366-435C-ACD6-ADF7D7298983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E01B045-790A-9DC2-6D5C-03ED449ED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0B9B55E-DF1C-E18F-6C3E-9AFA0064A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2B58-A754-4300-BA0C-2E531F51B6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5413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E263B6-EB38-535D-3971-3062B6313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BBCC20-E56C-F120-C30F-67CFF9056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E38EBC2-0029-734D-7174-F1DD3B8048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22A4DAD-9DDD-7157-022B-430B47DB3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C2C46-9366-435C-ACD6-ADF7D7298983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F3E21AE-22B0-7668-EF3F-5D1F47D03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1FA3B80-7BB0-5466-9BD8-D94AB027B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2B58-A754-4300-BA0C-2E531F51B6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0564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63BB7-A32A-C38F-D9D1-FA2AA4E9F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EF750D7-134F-A03C-2E36-D5CA1CB579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0573772-4A60-3017-39E2-EFAFA232EB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7C7F944-11BE-F0E9-98A5-54654F8A5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C2C46-9366-435C-ACD6-ADF7D7298983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F7E4055-E4B9-DC4F-870E-593EBF400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E43D3CF-28E3-E112-C380-6E55512F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2B58-A754-4300-BA0C-2E531F51B6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8782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93278C-17CE-E64F-84A9-9EAC2AFFD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2170199-8592-3CEF-F644-8193796A50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634BB0-AC59-CFC8-EE6E-F44B81CE9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C2C46-9366-435C-ACD6-ADF7D7298983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00F090-3938-B56B-4C09-EAECA45AE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902D71-D34F-86A4-26F6-0E1D810CA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2B58-A754-4300-BA0C-2E531F51B6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2320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766BFDB-0C13-06A0-0DC5-8A05F72B0E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FFE8E1-EEAD-831A-BA74-A13AB33D91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802086-EC46-AF2D-6629-BEF170D02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C2C46-9366-435C-ACD6-ADF7D7298983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817049-C602-04E4-93AD-7F26D366A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AE7D3F-3498-1361-BCFC-B5E29B067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F62B58-A754-4300-BA0C-2E531F51B6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3772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AE28B15-0D22-65E6-D02E-62241EE36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832F67-5284-D11B-271D-43A5D11EF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A94795-588A-B382-88C7-5F5E1F4E2B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C2C46-9366-435C-ACD6-ADF7D7298983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1BBC19-BE91-E877-2398-7181E378EB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AA5C33-6DB8-D699-E1C0-A073763D0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F62B58-A754-4300-BA0C-2E531F51B6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2041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B5FB22-072B-2860-E958-D7AFE72721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9C3B9F-D3E8-6056-127F-E33F0CC7EA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BB22EAF-718C-D705-668E-028F2A296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366" y="1380839"/>
            <a:ext cx="2991267" cy="409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8087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Leandro Menezes</dc:creator>
  <cp:lastModifiedBy>Leandro Menezes</cp:lastModifiedBy>
  <cp:revision>1</cp:revision>
  <dcterms:created xsi:type="dcterms:W3CDTF">2026-09-11T16:47:45Z</dcterms:created>
  <dcterms:modified xsi:type="dcterms:W3CDTF">2026-09-11T16:48:25Z</dcterms:modified>
</cp:coreProperties>
</file>